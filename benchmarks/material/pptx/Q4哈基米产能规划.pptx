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Q4哈基米产能规划</a:t>
            </a:r>
          </a:p>
          <a:p>
            <a:pPr algn="ctr">
              <a:defRPr sz="2200"/>
            </a:pPr>
            <a:r>
              <a:t>2024年第四季度战略规划报告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目录</a:t>
            </a:r>
          </a:p>
          <a:p>
            <a:pPr>
              <a:spcBef>
                <a:spcPts val="800"/>
              </a:spcBef>
              <a:defRPr sz="1800"/>
            </a:pPr>
            <a:r>
              <a:t>1. Q4产能总体目标与哈基米供需分析</a:t>
            </a:r>
          </a:p>
          <a:p>
            <a:pPr>
              <a:spcBef>
                <a:spcPts val="800"/>
              </a:spcBef>
              <a:defRPr sz="1800"/>
            </a:pPr>
            <a:r>
              <a:t>2. 丰水期与枯水期产能调度策略</a:t>
            </a:r>
          </a:p>
          <a:p>
            <a:pPr>
              <a:spcBef>
                <a:spcPts val="800"/>
              </a:spcBef>
              <a:defRPr sz="1800"/>
            </a:pPr>
            <a:r>
              <a:t>3. 晶格化产线升级方案</a:t>
            </a:r>
          </a:p>
          <a:p>
            <a:pPr>
              <a:spcBef>
                <a:spcPts val="800"/>
              </a:spcBef>
              <a:defRPr sz="1800"/>
            </a:pPr>
            <a:r>
              <a:t>4. 潮涌预警与应对机制</a:t>
            </a:r>
          </a:p>
          <a:p>
            <a:pPr>
              <a:spcBef>
                <a:spcPts val="800"/>
              </a:spcBef>
              <a:defRPr sz="1800"/>
            </a:pPr>
            <a:r>
              <a:t>5. 谐振腔扩容计划</a:t>
            </a:r>
          </a:p>
          <a:p>
            <a:pPr>
              <a:spcBef>
                <a:spcPts val="800"/>
              </a:spcBef>
              <a:defRPr sz="1800"/>
            </a:pPr>
            <a:r>
              <a:t>6. 借东风专项产能提升行动</a:t>
            </a:r>
          </a:p>
          <a:p>
            <a:pPr>
              <a:spcBef>
                <a:spcPts val="800"/>
              </a:spcBef>
              <a:defRPr sz="1800"/>
            </a:pPr>
            <a:r>
              <a:t>7. 清浊比质量管控目标</a:t>
            </a:r>
          </a:p>
          <a:p>
            <a:pPr>
              <a:spcBef>
                <a:spcPts val="800"/>
              </a:spcBef>
              <a:defRPr sz="1800"/>
            </a:pPr>
            <a:r>
              <a:t>8. 账房审计与千机匣自动化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Q4产能总体目标</a:t>
            </a:r>
          </a:p>
          <a:p>
            <a:r>
              <a:t>• Q4目标：哈基米总产量较Q3提升15%，晶格化转化率提升至92%</a:t>
            </a:r>
          </a:p>
          <a:p>
            <a:r>
              <a:t>• 核心指标：清浊比≥19.0:1，谐振腔平均饱和度控制在60-70%，峰值不超过85%</a:t>
            </a:r>
          </a:p>
          <a:p>
            <a:r>
              <a:t>• 账房核算：Q4预算投入较Q3增长8%，ROI预期1.23</a:t>
            </a:r>
          </a:p>
          <a:p>
            <a:r>
              <a:t>• 千机匣自动化覆盖率从65%提升至78%</a:t>
            </a:r>
          </a:p>
          <a:p>
            <a:r>
              <a:t>• 产能风险：枯水期可能持续3-4周，需提前储备哈基米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丰水期与枯水期产能调度策略</a:t>
            </a:r>
          </a:p>
          <a:p>
            <a:r>
              <a:t>• 丰水期特征：哈基米自然浓度升高，晶格化效率提升20-30%</a:t>
            </a:r>
          </a:p>
          <a:p>
            <a:r>
              <a:t>• 枯水期特征：哈基米产出下降40%，需依赖谐振腔温存模式</a:t>
            </a:r>
          </a:p>
          <a:p>
            <a:r>
              <a:t>• 借东风策略：在丰水期窗口最大化捕获哈基米，建立3周安全储备</a:t>
            </a:r>
          </a:p>
          <a:p>
            <a:r>
              <a:t>• 枯水期应对：启动热备份谐振腔与温存轮转，将单腔饱和度控制在85%以下</a:t>
            </a:r>
          </a:p>
          <a:p>
            <a:r>
              <a:t>• 潮涌预警：丰水期潮涌概率增加，回音壁监测频率提升至5分钟/次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晶格化产线与潮涌应对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晶格化产线升级</a:t>
            </a:r>
          </a:p>
          <a:p>
            <a:pPr>
              <a:spcBef>
                <a:spcPts val="600"/>
              </a:spcBef>
              <a:defRPr sz="1600"/>
            </a:pPr>
            <a:r>
              <a:t>• 新型晶格化阵列部署，吞吐量提升25%</a:t>
            </a:r>
          </a:p>
          <a:p>
            <a:pPr>
              <a:spcBef>
                <a:spcPts val="600"/>
              </a:spcBef>
              <a:defRPr sz="1600"/>
            </a:pPr>
            <a:r>
              <a:t>• 引入自动清浊比检测，散斑过滤效率提升40%</a:t>
            </a:r>
          </a:p>
          <a:p>
            <a:pPr>
              <a:spcBef>
                <a:spcPts val="600"/>
              </a:spcBef>
              <a:defRPr sz="1600"/>
            </a:pPr>
            <a:r>
              <a:t>• 晶格化过程嗡鸣度监控接入千机匣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潮涌预警机制</a:t>
            </a:r>
          </a:p>
          <a:p>
            <a:pPr>
              <a:spcBef>
                <a:spcPts val="600"/>
              </a:spcBef>
              <a:defRPr sz="1600"/>
            </a:pPr>
            <a:r>
              <a:t>• 潮涌前兆：嗡鸣度底噪抬升15%以上</a:t>
            </a:r>
          </a:p>
          <a:p>
            <a:pPr>
              <a:spcBef>
                <a:spcPts val="600"/>
              </a:spcBef>
              <a:defRPr sz="1600"/>
            </a:pPr>
            <a:r>
              <a:t>• 三级响应：预警→分流→泄洪</a:t>
            </a:r>
          </a:p>
          <a:p>
            <a:pPr>
              <a:spcBef>
                <a:spcPts val="600"/>
              </a:spcBef>
              <a:defRPr sz="1600"/>
            </a:pPr>
            <a:r>
              <a:t>• 引雷针部署密度增加50%，覆盖盲区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谐振腔扩容与借东风行动</a:t>
            </a:r>
          </a:p>
          <a:p>
            <a:pPr>
              <a:spcBef>
                <a:spcPts val="800"/>
              </a:spcBef>
              <a:defRPr sz="1800"/>
            </a:pPr>
            <a:r>
              <a:t>• 新增12组谐振腔，总容量从48组扩至60组</a:t>
            </a:r>
          </a:p>
          <a:p>
            <a:pPr>
              <a:spcBef>
                <a:spcPts val="800"/>
              </a:spcBef>
              <a:defRPr sz="1800"/>
            </a:pPr>
            <a:r>
              <a:t>• 借东风专项：在10-11月丰水窗口，全量谐振腔投入运行</a:t>
            </a:r>
          </a:p>
          <a:p>
            <a:pPr>
              <a:spcBef>
                <a:spcPts val="800"/>
              </a:spcBef>
              <a:defRPr sz="1800"/>
            </a:pPr>
            <a:r>
              <a:t>• 借东风期间清浊比可能短暂下降，目标不低于15.0:1</a:t>
            </a:r>
          </a:p>
          <a:p>
            <a:pPr>
              <a:spcBef>
                <a:spcPts val="800"/>
              </a:spcBef>
              <a:defRPr sz="1800"/>
            </a:pPr>
            <a:r>
              <a:t>• 账房建立借东风专项核算科目，独立追踪投入产出</a:t>
            </a:r>
          </a:p>
          <a:p>
            <a:pPr>
              <a:spcBef>
                <a:spcPts val="800"/>
              </a:spcBef>
              <a:defRPr sz="1800"/>
            </a:pPr>
            <a:r>
              <a:t>• 潮涌风险预案：泄洪通道扩容30%，判官决策延迟&lt;2秒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清浊比管控与账房审计</a:t>
            </a:r>
          </a:p>
          <a:p>
            <a:pPr>
              <a:spcBef>
                <a:spcPts val="800"/>
              </a:spcBef>
              <a:defRPr sz="1800"/>
            </a:pPr>
            <a:r>
              <a:t>• 清浊比Q4目标：≥19.0:1（Q3实际15.0:1）</a:t>
            </a:r>
          </a:p>
          <a:p>
            <a:pPr>
              <a:spcBef>
                <a:spcPts val="800"/>
              </a:spcBef>
              <a:defRPr sz="1800"/>
            </a:pPr>
            <a:r>
              <a:t>• 散斑治理：清道夫流程执行频率从每周2次增至3次</a:t>
            </a:r>
          </a:p>
          <a:p>
            <a:pPr>
              <a:spcBef>
                <a:spcPts val="800"/>
              </a:spcBef>
              <a:defRPr sz="1800"/>
            </a:pPr>
            <a:r>
              <a:t>• 账房建立哈基米收支日清制度，异常波动2小时内上报</a:t>
            </a:r>
          </a:p>
          <a:p>
            <a:pPr>
              <a:spcBef>
                <a:spcPts val="800"/>
              </a:spcBef>
              <a:defRPr sz="1800"/>
            </a:pPr>
            <a:r>
              <a:t>• 千机匣自动对账模块上线，人工对账时间减少70%</a:t>
            </a:r>
          </a:p>
          <a:p>
            <a:pPr>
              <a:spcBef>
                <a:spcPts val="800"/>
              </a:spcBef>
              <a:defRPr sz="1800"/>
            </a:pPr>
            <a:r>
              <a:t>• 旋涡协议合规率100%，暗流零容忍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总结与行动计划</a:t>
            </a:r>
          </a:p>
          <a:p>
            <a:pPr>
              <a:spcBef>
                <a:spcPts val="800"/>
              </a:spcBef>
              <a:defRPr sz="1800"/>
            </a:pPr>
            <a:r>
              <a:t>• Q4哈基米产能目标明确，丰水期借东风是关键变量</a:t>
            </a:r>
          </a:p>
          <a:p>
            <a:pPr>
              <a:spcBef>
                <a:spcPts val="800"/>
              </a:spcBef>
              <a:defRPr sz="1800"/>
            </a:pPr>
            <a:r>
              <a:t>• 晶格化产线升级10月底前完成，潮涌预案同步部署</a:t>
            </a:r>
          </a:p>
          <a:p>
            <a:pPr>
              <a:spcBef>
                <a:spcPts val="800"/>
              </a:spcBef>
              <a:defRPr sz="1800"/>
            </a:pPr>
            <a:r>
              <a:t>• 谐振腔扩容11月中旬前投产，账房审计全程跟进</a:t>
            </a:r>
          </a:p>
          <a:p>
            <a:pPr>
              <a:spcBef>
                <a:spcPts val="800"/>
              </a:spcBef>
              <a:defRPr sz="1800"/>
            </a:pPr>
            <a:r>
              <a:t>• 清浊比质量红线不可突破，散斑治理持续加码</a:t>
            </a:r>
          </a:p>
          <a:p>
            <a:pPr>
              <a:spcBef>
                <a:spcPts val="800"/>
              </a:spcBef>
              <a:defRPr sz="1800"/>
            </a:pPr>
            <a:r>
              <a:t>• 千机匣自动化覆盖率达78%为硬指标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