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回音壁升级方案</a:t>
            </a:r>
          </a:p>
          <a:p>
            <a:pPr algn="ctr">
              <a:defRPr sz="2200"/>
            </a:pPr>
            <a:r>
              <a:t>监测网络优化计划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目录</a:t>
            </a:r>
          </a:p>
          <a:p>
            <a:pPr>
              <a:spcBef>
                <a:spcPts val="800"/>
              </a:spcBef>
              <a:defRPr sz="1800"/>
            </a:pPr>
            <a:r>
              <a:t>1. 回音壁现状与问题</a:t>
            </a:r>
          </a:p>
          <a:p>
            <a:pPr>
              <a:spcBef>
                <a:spcPts val="800"/>
              </a:spcBef>
              <a:defRPr sz="1800"/>
            </a:pPr>
            <a:r>
              <a:t>2. 盲区识别与分析</a:t>
            </a:r>
          </a:p>
          <a:p>
            <a:pPr>
              <a:spcBef>
                <a:spcPts val="800"/>
              </a:spcBef>
              <a:defRPr sz="1800"/>
            </a:pPr>
            <a:r>
              <a:t>3. 嗡鸣度监测精度提升</a:t>
            </a:r>
          </a:p>
          <a:p>
            <a:pPr>
              <a:spcBef>
                <a:spcPts val="800"/>
              </a:spcBef>
              <a:defRPr sz="1800"/>
            </a:pPr>
            <a:r>
              <a:t>4. 埋点优化方案</a:t>
            </a:r>
          </a:p>
          <a:p>
            <a:pPr>
              <a:spcBef>
                <a:spcPts val="800"/>
              </a:spcBef>
              <a:defRPr sz="1800"/>
            </a:pPr>
            <a:r>
              <a:t>5. 量天尺校准计划</a:t>
            </a:r>
          </a:p>
          <a:p>
            <a:pPr>
              <a:spcBef>
                <a:spcPts val="800"/>
              </a:spcBef>
              <a:defRPr sz="1800"/>
            </a:pPr>
            <a:r>
              <a:t>6. 巡河流程升级</a:t>
            </a:r>
          </a:p>
          <a:p>
            <a:pPr>
              <a:spcBef>
                <a:spcPts val="800"/>
              </a:spcBef>
              <a:defRPr sz="1800"/>
            </a:pPr>
            <a:r>
              <a:t>7. 底噪治理与留声机扩容</a:t>
            </a:r>
          </a:p>
          <a:p>
            <a:pPr>
              <a:spcBef>
                <a:spcPts val="800"/>
              </a:spcBef>
              <a:defRPr sz="1800"/>
            </a:pPr>
            <a:r>
              <a:t>8. 照妖镜联动与听风者对接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回音壁现状</a:t>
            </a:r>
          </a:p>
          <a:p>
            <a:pPr>
              <a:spcBef>
                <a:spcPts val="800"/>
              </a:spcBef>
              <a:defRPr sz="1800"/>
            </a:pPr>
            <a:r>
              <a:t>• 现有回音壁48个，覆盖3个区域</a:t>
            </a:r>
          </a:p>
          <a:p>
            <a:pPr>
              <a:spcBef>
                <a:spcPts val="800"/>
              </a:spcBef>
              <a:defRPr sz="1800"/>
            </a:pPr>
            <a:r>
              <a:t>• 盲区面积占总面积12%，集中在3号区域</a:t>
            </a:r>
          </a:p>
          <a:p>
            <a:pPr>
              <a:spcBef>
                <a:spcPts val="800"/>
              </a:spcBef>
              <a:defRPr sz="1800"/>
            </a:pPr>
            <a:r>
              <a:t>• 嗡鸣度监测精度：±2.5%，目标±1%</a:t>
            </a:r>
          </a:p>
          <a:p>
            <a:pPr>
              <a:spcBef>
                <a:spcPts val="800"/>
              </a:spcBef>
              <a:defRPr sz="1800"/>
            </a:pPr>
            <a:r>
              <a:t>• 幽灵读数发生率0.3%，影响数据质量</a:t>
            </a:r>
          </a:p>
          <a:p>
            <a:pPr>
              <a:spcBef>
                <a:spcPts val="800"/>
              </a:spcBef>
              <a:defRPr sz="1800"/>
            </a:pPr>
            <a:r>
              <a:t>• 底噪漂移问题：15%回音壁底噪月漂移&gt;5%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盲区识别与分析</a:t>
            </a:r>
          </a:p>
          <a:p>
            <a:pPr>
              <a:spcBef>
                <a:spcPts val="800"/>
              </a:spcBef>
              <a:defRPr sz="1800"/>
            </a:pPr>
            <a:r>
              <a:t>• 盲区成因：建筑遮挡12处、设备干扰8处、地形因素6处</a:t>
            </a:r>
          </a:p>
          <a:p>
            <a:pPr>
              <a:spcBef>
                <a:spcPts val="800"/>
              </a:spcBef>
              <a:defRPr sz="1800"/>
            </a:pPr>
            <a:r>
              <a:t>• 盲区影响：潮涌预警延迟、暗流难以检测</a:t>
            </a:r>
          </a:p>
          <a:p>
            <a:pPr>
              <a:spcBef>
                <a:spcPts val="800"/>
              </a:spcBef>
              <a:defRPr sz="1800"/>
            </a:pPr>
            <a:r>
              <a:t>• 盲区地图已建立，优先级分级：高3处、中7处、低16处</a:t>
            </a:r>
          </a:p>
          <a:p>
            <a:pPr>
              <a:spcBef>
                <a:spcPts val="800"/>
              </a:spcBef>
              <a:defRPr sz="1800"/>
            </a:pPr>
            <a:r>
              <a:t>• 补盲方案：新增12个回音壁节点</a:t>
            </a:r>
          </a:p>
          <a:p>
            <a:pPr>
              <a:spcBef>
                <a:spcPts val="800"/>
              </a:spcBef>
              <a:defRPr sz="1800"/>
            </a:pPr>
            <a:r>
              <a:t>• 补盲后盲区覆盖率从88%提升至98%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监测精度与埋点优化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嗡鸣度精度提升</a:t>
            </a:r>
          </a:p>
          <a:p>
            <a:pPr>
              <a:spcBef>
                <a:spcPts val="600"/>
              </a:spcBef>
              <a:defRPr sz="1600"/>
            </a:pPr>
            <a:r>
              <a:t>• 传感器升级到V3代，精度±1%</a:t>
            </a:r>
          </a:p>
          <a:p>
            <a:pPr>
              <a:spcBef>
                <a:spcPts val="600"/>
              </a:spcBef>
              <a:defRPr sz="1600"/>
            </a:pPr>
            <a:r>
              <a:t>• 校准周期从6个月缩短至3个月</a:t>
            </a:r>
          </a:p>
          <a:p>
            <a:pPr>
              <a:spcBef>
                <a:spcPts val="600"/>
              </a:spcBef>
              <a:defRPr sz="1600"/>
            </a:pPr>
            <a:r>
              <a:t>• 量天尺同步校准，消除传输误差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埋点优化</a:t>
            </a:r>
          </a:p>
          <a:p>
            <a:pPr>
              <a:spcBef>
                <a:spcPts val="600"/>
              </a:spcBef>
              <a:defRPr sz="1600"/>
            </a:pPr>
            <a:r>
              <a:t>• 埋点密度从每500米1个加密至300米</a:t>
            </a:r>
          </a:p>
          <a:p>
            <a:pPr>
              <a:spcBef>
                <a:spcPts val="600"/>
              </a:spcBef>
              <a:defRPr sz="1600"/>
            </a:pPr>
            <a:r>
              <a:t>• 关键节点双重埋点</a:t>
            </a:r>
          </a:p>
          <a:p>
            <a:pPr>
              <a:spcBef>
                <a:spcPts val="600"/>
              </a:spcBef>
              <a:defRPr sz="1600"/>
            </a:pPr>
            <a:r>
              <a:t>• 埋点数据实时接入留声机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量天尺校准与巡河升级</a:t>
            </a:r>
          </a:p>
          <a:p>
            <a:pPr>
              <a:spcBef>
                <a:spcPts val="800"/>
              </a:spcBef>
              <a:defRPr sz="1800"/>
            </a:pPr>
            <a:r>
              <a:t>• 量天尺校准计划：每季度全量校准1次</a:t>
            </a:r>
          </a:p>
          <a:p>
            <a:pPr>
              <a:spcBef>
                <a:spcPts val="800"/>
              </a:spcBef>
              <a:defRPr sz="1800"/>
            </a:pPr>
            <a:r>
              <a:t>• 量天尺精度目标：传输损耗测量误差&lt;0.2%</a:t>
            </a:r>
          </a:p>
          <a:p>
            <a:pPr>
              <a:spcBef>
                <a:spcPts val="800"/>
              </a:spcBef>
              <a:defRPr sz="1800"/>
            </a:pPr>
            <a:r>
              <a:t>• 巡河频率从每周2次提升至3次</a:t>
            </a:r>
          </a:p>
          <a:p>
            <a:pPr>
              <a:spcBef>
                <a:spcPts val="800"/>
              </a:spcBef>
              <a:defRPr sz="1800"/>
            </a:pPr>
            <a:r>
              <a:t>• 巡河内容增加：埋点健康度检查、量天尺校准验证</a:t>
            </a:r>
          </a:p>
          <a:p>
            <a:pPr>
              <a:spcBef>
                <a:spcPts val="800"/>
              </a:spcBef>
              <a:defRPr sz="1800"/>
            </a:pPr>
            <a:r>
              <a:t>• 巡河报告自动化生成，人工审核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底噪治理与留声机扩容</a:t>
            </a:r>
          </a:p>
          <a:p>
            <a:pPr>
              <a:spcBef>
                <a:spcPts val="800"/>
              </a:spcBef>
              <a:defRPr sz="1800"/>
            </a:pPr>
            <a:r>
              <a:t>• 底噪漂移根因：传感器老化、环境温湿度变化</a:t>
            </a:r>
          </a:p>
          <a:p>
            <a:pPr>
              <a:spcBef>
                <a:spcPts val="800"/>
              </a:spcBef>
              <a:defRPr sz="1800"/>
            </a:pPr>
            <a:r>
              <a:t>• 底噪治理：更换漂移超标传感器15个</a:t>
            </a:r>
          </a:p>
          <a:p>
            <a:pPr>
              <a:spcBef>
                <a:spcPts val="800"/>
              </a:spcBef>
              <a:defRPr sz="1800"/>
            </a:pPr>
            <a:r>
              <a:t>• 底噪自动补偿算法部署，漂移修正率&gt;90%</a:t>
            </a:r>
          </a:p>
          <a:p>
            <a:pPr>
              <a:spcBef>
                <a:spcPts val="800"/>
              </a:spcBef>
              <a:defRPr sz="1800"/>
            </a:pPr>
            <a:r>
              <a:t>• 留声机扩容：存储容量从50TB扩至120TB</a:t>
            </a:r>
          </a:p>
          <a:p>
            <a:pPr>
              <a:spcBef>
                <a:spcPts val="800"/>
              </a:spcBef>
              <a:defRPr sz="1800"/>
            </a:pPr>
            <a:r>
              <a:t>• 留声机查询性能优化：热数据查询&lt;100ms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照妖镜联动与听风者对接</a:t>
            </a:r>
          </a:p>
          <a:p>
            <a:pPr>
              <a:spcBef>
                <a:spcPts val="800"/>
              </a:spcBef>
              <a:defRPr sz="1800"/>
            </a:pPr>
            <a:r>
              <a:t>• 照妖镜与回音壁联动：幽灵读数自动过滤</a:t>
            </a:r>
          </a:p>
          <a:p>
            <a:pPr>
              <a:spcBef>
                <a:spcPts val="800"/>
              </a:spcBef>
              <a:defRPr sz="1800"/>
            </a:pPr>
            <a:r>
              <a:t>• 照妖镜检测数据实时推送听风者平台</a:t>
            </a:r>
          </a:p>
          <a:p>
            <a:pPr>
              <a:spcBef>
                <a:spcPts val="800"/>
              </a:spcBef>
              <a:defRPr sz="1800"/>
            </a:pPr>
            <a:r>
              <a:t>• 听风者分析结果反馈回音壁参数调整</a:t>
            </a:r>
          </a:p>
          <a:p>
            <a:pPr>
              <a:spcBef>
                <a:spcPts val="800"/>
              </a:spcBef>
              <a:defRPr sz="1800"/>
            </a:pPr>
            <a:r>
              <a:t>• 联动响应时间：检测→过滤→推送&lt;1秒</a:t>
            </a:r>
          </a:p>
          <a:p>
            <a:pPr>
              <a:spcBef>
                <a:spcPts val="800"/>
              </a:spcBef>
              <a:defRPr sz="1800"/>
            </a:pPr>
            <a:r>
              <a:t>• 照妖镜-回音壁-听风者形成闭环监测体系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升级计划与预算</a:t>
            </a:r>
          </a:p>
          <a:p>
            <a:pPr>
              <a:spcBef>
                <a:spcPts val="800"/>
              </a:spcBef>
              <a:defRPr sz="1800"/>
            </a:pPr>
            <a:r>
              <a:t>• Phase 1（Q1）：新增12个回音壁节点，消除高优先级盲区</a:t>
            </a:r>
          </a:p>
          <a:p>
            <a:pPr>
              <a:spcBef>
                <a:spcPts val="800"/>
              </a:spcBef>
              <a:defRPr sz="1800"/>
            </a:pPr>
            <a:r>
              <a:t>• Phase 2（Q2）：传感器V3代升级，量天尺校准</a:t>
            </a:r>
          </a:p>
          <a:p>
            <a:pPr>
              <a:spcBef>
                <a:spcPts val="800"/>
              </a:spcBef>
              <a:defRPr sz="1800"/>
            </a:pPr>
            <a:r>
              <a:t>• Phase 3（Q3）：埋点加密，巡河流程升级</a:t>
            </a:r>
          </a:p>
          <a:p>
            <a:pPr>
              <a:spcBef>
                <a:spcPts val="800"/>
              </a:spcBef>
              <a:defRPr sz="1800"/>
            </a:pPr>
            <a:r>
              <a:t>• Phase 4（Q4）：照妖镜联动，听风者对接</a:t>
            </a:r>
          </a:p>
          <a:p>
            <a:pPr>
              <a:spcBef>
                <a:spcPts val="800"/>
              </a:spcBef>
              <a:defRPr sz="1800"/>
            </a:pPr>
            <a:r>
              <a:t>• 总预算：280万哈基米当量，ROI预期1.45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预期效果</a:t>
            </a:r>
          </a:p>
          <a:p>
            <a:pPr>
              <a:spcBef>
                <a:spcPts val="800"/>
              </a:spcBef>
              <a:defRPr sz="1800"/>
            </a:pPr>
            <a:r>
              <a:t>• 盲区覆盖率：98%，预警延迟降至30秒以内</a:t>
            </a:r>
          </a:p>
          <a:p>
            <a:pPr>
              <a:spcBef>
                <a:spcPts val="800"/>
              </a:spcBef>
              <a:defRPr sz="1800"/>
            </a:pPr>
            <a:r>
              <a:t>• 嗡鸣度监测精度：±1%，幽灵读数率&lt;0.1%</a:t>
            </a:r>
          </a:p>
          <a:p>
            <a:pPr>
              <a:spcBef>
                <a:spcPts val="800"/>
              </a:spcBef>
              <a:defRPr sz="1800"/>
            </a:pPr>
            <a:r>
              <a:t>• 底噪漂移控制：月漂移&lt;2%</a:t>
            </a:r>
          </a:p>
          <a:p>
            <a:pPr>
              <a:spcBef>
                <a:spcPts val="800"/>
              </a:spcBef>
              <a:defRPr sz="1800"/>
            </a:pPr>
            <a:r>
              <a:t>• 潮涌预警提前量从3分钟提升至8分钟</a:t>
            </a:r>
          </a:p>
          <a:p>
            <a:pPr>
              <a:spcBef>
                <a:spcPts val="800"/>
              </a:spcBef>
              <a:defRPr sz="1800"/>
            </a:pPr>
            <a:r>
              <a:t>• 暗流检测率从91%提升至96%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