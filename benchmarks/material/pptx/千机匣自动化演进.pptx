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千机匣自动化演进</a:t>
            </a:r>
          </a:p>
          <a:p>
            <a:pPr algn="ctr">
              <a:defRPr sz="2200"/>
            </a:pPr>
            <a:r>
              <a:t>智能化运营体系规划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目录</a:t>
            </a:r>
          </a:p>
          <a:p>
            <a:pPr>
              <a:spcBef>
                <a:spcPts val="800"/>
              </a:spcBef>
              <a:defRPr sz="1800"/>
            </a:pPr>
            <a:r>
              <a:t>1. 千机匣现状与自动化目标</a:t>
            </a:r>
          </a:p>
          <a:p>
            <a:pPr>
              <a:spcBef>
                <a:spcPts val="800"/>
              </a:spcBef>
              <a:defRPr sz="1800"/>
            </a:pPr>
            <a:r>
              <a:t>2. 看门狗监控体系升级</a:t>
            </a:r>
          </a:p>
          <a:p>
            <a:pPr>
              <a:spcBef>
                <a:spcPts val="800"/>
              </a:spcBef>
              <a:defRPr sz="1800"/>
            </a:pPr>
            <a:r>
              <a:t>3. 判官决策自动化</a:t>
            </a:r>
          </a:p>
          <a:p>
            <a:pPr>
              <a:spcBef>
                <a:spcPts val="800"/>
              </a:spcBef>
              <a:defRPr sz="1800"/>
            </a:pPr>
            <a:r>
              <a:t>4. 信使通信协议优化</a:t>
            </a:r>
          </a:p>
          <a:p>
            <a:pPr>
              <a:spcBef>
                <a:spcPts val="800"/>
              </a:spcBef>
              <a:defRPr sz="1800"/>
            </a:pPr>
            <a:r>
              <a:t>5. 对钟时间同步</a:t>
            </a:r>
          </a:p>
          <a:p>
            <a:pPr>
              <a:spcBef>
                <a:spcPts val="800"/>
              </a:spcBef>
              <a:defRPr sz="1800"/>
            </a:pPr>
            <a:r>
              <a:t>6. 无字碑调试模式规范</a:t>
            </a:r>
          </a:p>
          <a:p>
            <a:pPr>
              <a:spcBef>
                <a:spcPts val="800"/>
              </a:spcBef>
              <a:defRPr sz="1800"/>
            </a:pPr>
            <a:r>
              <a:t>7. 通天塔集中管理</a:t>
            </a:r>
          </a:p>
          <a:p>
            <a:pPr>
              <a:spcBef>
                <a:spcPts val="800"/>
              </a:spcBef>
              <a:defRPr sz="1800"/>
            </a:pPr>
            <a:r>
              <a:t>8. 分水岭与驿站架构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千机匣现状与目标</a:t>
            </a:r>
          </a:p>
          <a:p>
            <a:pPr>
              <a:spcBef>
                <a:spcPts val="800"/>
              </a:spcBef>
              <a:defRPr sz="1800"/>
            </a:pPr>
            <a:r>
              <a:t>• 千机匣当前自动化覆盖率65%</a:t>
            </a:r>
          </a:p>
          <a:p>
            <a:pPr>
              <a:spcBef>
                <a:spcPts val="800"/>
              </a:spcBef>
              <a:defRPr sz="1800"/>
            </a:pPr>
            <a:r>
              <a:t>• 目标：2025年达到85%，2026年达到95%</a:t>
            </a:r>
          </a:p>
          <a:p>
            <a:pPr>
              <a:spcBef>
                <a:spcPts val="800"/>
              </a:spcBef>
              <a:defRPr sz="1800"/>
            </a:pPr>
            <a:r>
              <a:t>• 核心模块：监控、决策、执行、审计</a:t>
            </a:r>
          </a:p>
          <a:p>
            <a:pPr>
              <a:spcBef>
                <a:spcPts val="800"/>
              </a:spcBef>
              <a:defRPr sz="1800"/>
            </a:pPr>
            <a:r>
              <a:t>• 看门狗、判官、信使三大子系统协同</a:t>
            </a:r>
          </a:p>
          <a:p>
            <a:pPr>
              <a:spcBef>
                <a:spcPts val="800"/>
              </a:spcBef>
              <a:defRPr sz="1800"/>
            </a:pPr>
            <a:r>
              <a:t>• 通天塔集中管理界面用户满意度78%，目标90%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看门狗监控体系</a:t>
            </a:r>
          </a:p>
          <a:p>
            <a:pPr>
              <a:spcBef>
                <a:spcPts val="800"/>
              </a:spcBef>
              <a:defRPr sz="1800"/>
            </a:pPr>
            <a:r>
              <a:t>• 看门狗负责触发三振法则的监控流程</a:t>
            </a:r>
          </a:p>
          <a:p>
            <a:pPr>
              <a:spcBef>
                <a:spcPts val="800"/>
              </a:spcBef>
              <a:defRPr sz="1800"/>
            </a:pPr>
            <a:r>
              <a:t>• 当前看门狗检测项12个，计划扩展至24个</a:t>
            </a:r>
          </a:p>
          <a:p>
            <a:pPr>
              <a:spcBef>
                <a:spcPts val="800"/>
              </a:spcBef>
              <a:defRPr sz="1800"/>
            </a:pPr>
            <a:r>
              <a:t>• 看门狗误报率8%，目标降至3%</a:t>
            </a:r>
          </a:p>
          <a:p>
            <a:pPr>
              <a:spcBef>
                <a:spcPts val="800"/>
              </a:spcBef>
              <a:defRPr sz="1800"/>
            </a:pPr>
            <a:r>
              <a:t>• 看门狗告警分级：紧急/重要/一般</a:t>
            </a:r>
          </a:p>
          <a:p>
            <a:pPr>
              <a:spcBef>
                <a:spcPts val="800"/>
              </a:spcBef>
              <a:defRPr sz="1800"/>
            </a:pPr>
            <a:r>
              <a:t>• 紧急告警直达判官，一般告警进入驿站缓冲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判官自动化与信使通信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判官决策自动化</a:t>
            </a:r>
          </a:p>
          <a:p>
            <a:pPr>
              <a:spcBef>
                <a:spcPts val="600"/>
              </a:spcBef>
              <a:defRPr sz="1600"/>
            </a:pPr>
            <a:r>
              <a:t>• 判官自动化决策率从40%提升至70%</a:t>
            </a:r>
          </a:p>
          <a:p>
            <a:pPr>
              <a:spcBef>
                <a:spcPts val="600"/>
              </a:spcBef>
              <a:defRPr sz="1600"/>
            </a:pPr>
            <a:r>
              <a:t>• 泄洪决策保留人工确认环节</a:t>
            </a:r>
          </a:p>
          <a:p>
            <a:pPr>
              <a:spcBef>
                <a:spcPts val="600"/>
              </a:spcBef>
              <a:defRPr sz="1600"/>
            </a:pPr>
            <a:r>
              <a:t>• 判官决策依据可解释性&gt;90%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信使通信协议</a:t>
            </a:r>
          </a:p>
          <a:p>
            <a:pPr>
              <a:spcBef>
                <a:spcPts val="600"/>
              </a:spcBef>
              <a:defRPr sz="1600"/>
            </a:pPr>
            <a:r>
              <a:t>• 信使传递状态信息延迟&lt;200ms</a:t>
            </a:r>
          </a:p>
          <a:p>
            <a:pPr>
              <a:spcBef>
                <a:spcPts val="600"/>
              </a:spcBef>
              <a:defRPr sz="1600"/>
            </a:pPr>
            <a:r>
              <a:t>• 信使消息丢失率&lt;0.01%</a:t>
            </a:r>
          </a:p>
          <a:p>
            <a:pPr>
              <a:spcBef>
                <a:spcPts val="600"/>
              </a:spcBef>
              <a:defRPr sz="1600"/>
            </a:pPr>
            <a:r>
              <a:t>• 信使加密通道升级至TLS 1.3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对钟时间同步</a:t>
            </a:r>
          </a:p>
          <a:p>
            <a:r>
              <a:t>• 对钟：全系统时间同步校准</a:t>
            </a:r>
          </a:p>
          <a:p>
            <a:r>
              <a:t>• 当前对钟精度±50ms，目标±5ms</a:t>
            </a:r>
          </a:p>
          <a:p>
            <a:r>
              <a:t>• 对钟频率从每小时1次提升至每15分钟1次</a:t>
            </a:r>
          </a:p>
          <a:p>
            <a:r>
              <a:t>• 对钟异常告警：偏差&gt;5ms触发</a:t>
            </a:r>
          </a:p>
          <a:p>
            <a:r>
              <a:t>• 对钟日志写入留声机，可追溯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无字碑调试模式</a:t>
            </a:r>
          </a:p>
          <a:p>
            <a:pPr>
              <a:spcBef>
                <a:spcPts val="800"/>
              </a:spcBef>
              <a:defRPr sz="1800"/>
            </a:pPr>
            <a:r>
              <a:t>• 无字碑：不记录日志的调试模式</a:t>
            </a:r>
          </a:p>
          <a:p>
            <a:pPr>
              <a:spcBef>
                <a:spcPts val="800"/>
              </a:spcBef>
              <a:defRPr sz="1800"/>
            </a:pPr>
            <a:r>
              <a:t>• 使用场景：性能调优、故障复现、算法验证</a:t>
            </a:r>
          </a:p>
          <a:p>
            <a:pPr>
              <a:spcBef>
                <a:spcPts val="800"/>
              </a:spcBef>
              <a:defRPr sz="1800"/>
            </a:pPr>
            <a:r>
              <a:t>• 无字碑使用需祭司团审批，最长持续4小时</a:t>
            </a:r>
          </a:p>
          <a:p>
            <a:pPr>
              <a:spcBef>
                <a:spcPts val="800"/>
              </a:spcBef>
              <a:defRPr sz="1800"/>
            </a:pPr>
            <a:r>
              <a:t>• 无字碑期间看门狗保持监控，仅日志记录暂停</a:t>
            </a:r>
          </a:p>
          <a:p>
            <a:pPr>
              <a:spcBef>
                <a:spcPts val="800"/>
              </a:spcBef>
              <a:defRPr sz="1800"/>
            </a:pPr>
            <a:r>
              <a:t>• 无字碑使用记录由账房审计，防止滥用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通天塔与分水岭</a:t>
            </a:r>
          </a:p>
          <a:p>
            <a:pPr>
              <a:spcBef>
                <a:spcPts val="800"/>
              </a:spcBef>
              <a:defRPr sz="1800"/>
            </a:pPr>
            <a:r>
              <a:t>• 通天塔：集中管理控制台，统一管理所有子系统</a:t>
            </a:r>
          </a:p>
          <a:p>
            <a:pPr>
              <a:spcBef>
                <a:spcPts val="800"/>
              </a:spcBef>
              <a:defRPr sz="1800"/>
            </a:pPr>
            <a:r>
              <a:t>• 通天塔用户权限分级：掌灯人/祭司团/编织者/外乡人</a:t>
            </a:r>
          </a:p>
          <a:p>
            <a:pPr>
              <a:spcBef>
                <a:spcPts val="800"/>
              </a:spcBef>
              <a:defRPr sz="1800"/>
            </a:pPr>
            <a:r>
              <a:t>• 分水岭：子系统间隔离边界，防止故障扩散</a:t>
            </a:r>
          </a:p>
          <a:p>
            <a:pPr>
              <a:spcBef>
                <a:spcPts val="800"/>
              </a:spcBef>
              <a:defRPr sz="1800"/>
            </a:pPr>
            <a:r>
              <a:t>• 分水岭策略：监控/决策/执行三域隔离</a:t>
            </a:r>
          </a:p>
          <a:p>
            <a:pPr>
              <a:spcBef>
                <a:spcPts val="800"/>
              </a:spcBef>
              <a:defRPr sz="1800"/>
            </a:pPr>
            <a:r>
              <a:t>• 分水岭穿越需授权，审计日志完整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驿站架构</a:t>
            </a:r>
          </a:p>
          <a:p>
            <a:pPr>
              <a:spcBef>
                <a:spcPts val="800"/>
              </a:spcBef>
              <a:defRPr sz="1800"/>
            </a:pPr>
            <a:r>
              <a:t>• 驿站：临时中转哈基米状态信息的缓冲节点</a:t>
            </a:r>
          </a:p>
          <a:p>
            <a:pPr>
              <a:spcBef>
                <a:spcPts val="800"/>
              </a:spcBef>
              <a:defRPr sz="1800"/>
            </a:pPr>
            <a:r>
              <a:t>• 驿站容量：缓冲1000条状态信息</a:t>
            </a:r>
          </a:p>
          <a:p>
            <a:pPr>
              <a:spcBef>
                <a:spcPts val="800"/>
              </a:spcBef>
              <a:defRPr sz="1800"/>
            </a:pPr>
            <a:r>
              <a:t>• 驿站溢出处理：丢弃低优先级信息，保留紧急信息</a:t>
            </a:r>
          </a:p>
          <a:p>
            <a:pPr>
              <a:spcBef>
                <a:spcPts val="800"/>
              </a:spcBef>
              <a:defRPr sz="1800"/>
            </a:pPr>
            <a:r>
              <a:t>• 驿站与信使协同：信使优先处理驿站队列</a:t>
            </a:r>
          </a:p>
          <a:p>
            <a:pPr>
              <a:spcBef>
                <a:spcPts val="800"/>
              </a:spcBef>
              <a:defRPr sz="1800"/>
            </a:pPr>
            <a:r>
              <a:t>• 驿站监控纳入千机匣看板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演进路线图</a:t>
            </a:r>
          </a:p>
          <a:p>
            <a:r>
              <a:t>• 2025 Q1：看门狗检测项扩展至18个，对钟精度±5ms</a:t>
            </a:r>
          </a:p>
          <a:p>
            <a:r>
              <a:t>• 2025 Q2：判官自动化率60%，分水岭策略上线</a:t>
            </a:r>
          </a:p>
          <a:p>
            <a:r>
              <a:t>• 2025 Q3：无字碑规范落地，驿站架构部署</a:t>
            </a:r>
          </a:p>
          <a:p>
            <a:r>
              <a:t>• 2025 Q4：自动化覆盖率85%，通天塔满意度90%</a:t>
            </a:r>
          </a:p>
          <a:p>
            <a:r>
              <a:t>• 2026 Q1-Q2：自动化覆盖率95%，AI辅助决策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